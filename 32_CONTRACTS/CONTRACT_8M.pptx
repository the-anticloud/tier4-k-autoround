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$8,000,000 — K Autoround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Enterprise | 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K Autoround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36-month enterprise license + dedicated support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$8,000,000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Strategic anchor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