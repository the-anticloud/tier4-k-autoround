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K_AUTOROUND</a:t>
            </a:r>
          </a:p>
          <a:p>
            <a:r>
              <a:t>Tier: TIER_4_INFERENCE_AGENTS</a:t>
            </a:r>
          </a:p>
          <a:p>
            <a:r>
              <a:t>Identity: Upstream intel/auto-round @ 5606837a3842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intel/auto-round |</a:t>
            </a:r>
          </a:p>
          <a:p>
            <a:r>
              <a:t>| Commit | 5606837a38427d24f345ddefb55c535d1b34e970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17.73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K_AUTOROUND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